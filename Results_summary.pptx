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75"/>
  </p:normalViewPr>
  <p:slideViewPr>
    <p:cSldViewPr snapToGrid="0">
      <p:cViewPr>
        <p:scale>
          <a:sx n="120" d="100"/>
          <a:sy n="120" d="100"/>
        </p:scale>
        <p:origin x="448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7EB2E-6824-E182-CF04-95B51F47D2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36706F-6830-0C4A-8831-DA73F0A5C4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562422-0B99-7AAE-8DE2-144186923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5DD9F-F258-2A4F-9593-3E9EA514350E}" type="datetimeFigureOut">
              <a:rPr lang="en-US" smtClean="0"/>
              <a:t>8/28/26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A52264-0714-3369-8582-3E4F1FA8D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7BFC6-EFF9-ACD9-4FDB-988A699A2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E1EF1-DDA1-F54A-980E-517BCAE588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158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6B635-27BE-CA49-15A9-65B0B33F3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672ED-D3CE-1EC0-5CDA-5F01A72AB3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B07033-28C6-B3A2-53EA-F0177A742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5DD9F-F258-2A4F-9593-3E9EA514350E}" type="datetimeFigureOut">
              <a:rPr lang="en-US" smtClean="0"/>
              <a:t>8/28/26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1D41B1-1F1B-574C-F6A2-421B8CAE2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228D3A-3102-7072-7963-D0095F714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E1EF1-DDA1-F54A-980E-517BCAE588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199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5E514-3183-4712-21E3-02DA6D522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55DE11-E8CC-3360-6AE4-54C156AF1D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803509-7BBC-2FFE-8DF9-B94B73637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5DD9F-F258-2A4F-9593-3E9EA514350E}" type="datetimeFigureOut">
              <a:rPr lang="en-US" smtClean="0"/>
              <a:t>8/28/26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58FE3B-7429-B57E-6FA6-D48B51B57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0D825-5C54-2D5F-E3C8-744920B3B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E1EF1-DDA1-F54A-980E-517BCAE588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291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F38AF-B8F3-2406-33C6-0D147AB31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6B9E5-BF4D-F2AA-5ABA-3C884CD44F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D9CA6D-86BD-6A2B-BB5C-44AA31A90E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531D91-B05C-4778-5FA9-AE67714DE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5DD9F-F258-2A4F-9593-3E9EA514350E}" type="datetimeFigureOut">
              <a:rPr lang="en-US" smtClean="0"/>
              <a:t>8/28/26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0EB921-CDE5-A4B4-23D2-AB944AE91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7F09D3-06D3-B942-67C0-A50CD409C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E1EF1-DDA1-F54A-980E-517BCAE588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506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0D329-30AA-6E0C-53B1-39508A593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281E63-52B1-4FD6-911D-3644814F31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21FB02-BCE4-E826-8928-E478E7C0F1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AD349A-217E-DAB2-3BE0-B8FA60F19C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55EAF3-0F36-BBC7-8891-0398EAB8A2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84F616-2F93-966B-61CA-E6F6B2886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5DD9F-F258-2A4F-9593-3E9EA514350E}" type="datetimeFigureOut">
              <a:rPr lang="en-US" smtClean="0"/>
              <a:t>8/28/26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7624D7-E5F3-E3BA-30A8-CC1A54FAC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46366E-20D0-B187-817E-5AE0E731A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E1EF1-DDA1-F54A-980E-517BCAE588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485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2680E-BFC3-D252-5A70-0E75635FF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241DD3-C35E-6094-A93E-CC21D51F1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5DD9F-F258-2A4F-9593-3E9EA514350E}" type="datetimeFigureOut">
              <a:rPr lang="en-US" smtClean="0"/>
              <a:t>8/28/26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A725E3-EC99-2718-299F-EE4D6D532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BCE205-2EF4-0A50-B5E1-FE9D4EDFE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E1EF1-DDA1-F54A-980E-517BCAE588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706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BE3FD7-1774-64DC-FDAE-3CC938E70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5DD9F-F258-2A4F-9593-3E9EA514350E}" type="datetimeFigureOut">
              <a:rPr lang="en-US" smtClean="0"/>
              <a:t>8/28/26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CB87FE-0950-1233-E7A4-C5C0034DA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A48F79-E8D4-B469-52DE-1F55689A3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E1EF1-DDA1-F54A-980E-517BCAE588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97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B6DF9-D673-59DE-2A53-7AB34BD72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891A1-766A-E0C4-FE1F-9F9BF45215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4FFEC5-6AD0-97C4-FD7F-FC488397BB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BAEC9C-FEDA-2E6D-C51D-63C42ED25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5DD9F-F258-2A4F-9593-3E9EA514350E}" type="datetimeFigureOut">
              <a:rPr lang="en-US" smtClean="0"/>
              <a:t>8/28/26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28DD19-E8B4-B7F9-EC20-F3EB1CCE6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FF48A2-CC13-E7EA-ED3E-3BB1E7C55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E1EF1-DDA1-F54A-980E-517BCAE588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530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E6137-AF10-DB61-61B6-E38F08905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96D3E2-F2A1-3D1E-2AA4-7926D9B8EA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154207-F47F-0409-5A15-2B22B1B050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2F9CE7-D556-6837-3565-B81DE2ABD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5DD9F-F258-2A4F-9593-3E9EA514350E}" type="datetimeFigureOut">
              <a:rPr lang="en-US" smtClean="0"/>
              <a:t>8/28/26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2E1A50-FD52-8184-6847-A54086A91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D29CB4-D56D-060F-75FB-8F7CDF183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E1EF1-DDA1-F54A-980E-517BCAE588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465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78E93-3201-D733-ED03-076D26E21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666777-40A5-D8A6-0713-CB3504C914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8468DD-02EA-F2A6-176D-846B172BE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5DD9F-F258-2A4F-9593-3E9EA514350E}" type="datetimeFigureOut">
              <a:rPr lang="en-US" smtClean="0"/>
              <a:t>8/28/26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3B74DB-6F41-D3E4-A8A5-156B3B62C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4E2188-91C6-AE23-2080-27A0160DC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E1EF1-DDA1-F54A-980E-517BCAE588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819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4112DF-54E5-3E07-FE97-CD1B9B89D7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B1E1CD-D706-5AE0-F6A2-76D8D7AAD3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7E3D93-9E3C-302F-9422-1839C58A5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5DD9F-F258-2A4F-9593-3E9EA514350E}" type="datetimeFigureOut">
              <a:rPr lang="en-US" smtClean="0"/>
              <a:t>8/28/26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7B415-DCDE-F5D4-163B-EC5A435F5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064F6-CF04-FD33-EFA8-194B2F26C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E1EF1-DDA1-F54A-980E-517BCAE588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682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17FD33-D750-06E9-D777-7A096DD32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878B48-B9ED-A221-8DCC-1B3D674250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653162-66C3-35C0-9C14-28854DCD98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25DD9F-F258-2A4F-9593-3E9EA514350E}" type="datetimeFigureOut">
              <a:rPr lang="en-US" smtClean="0"/>
              <a:t>8/28/26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4C657F-F485-D099-9FD1-5354FC873F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A73C4F-138A-FE8E-8945-1FF19E11DA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BE1EF1-DDA1-F54A-980E-517BCAE588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992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34EF55F-2EE4-4CFE-A374-4EDE749607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3619"/>
            <a:ext cx="6371303" cy="31089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C048BAF-CAE0-5B0A-1783-7D9603AC89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76158"/>
            <a:ext cx="6371303" cy="310896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F3ECE29-05DB-37D6-153D-EEAD18063A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6493" y="3776158"/>
            <a:ext cx="6233652" cy="263831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1D57D54-3430-8452-92B5-D9B3E391BC35}"/>
              </a:ext>
            </a:extLst>
          </p:cNvPr>
          <p:cNvSpPr txBox="1"/>
          <p:nvPr/>
        </p:nvSpPr>
        <p:spPr>
          <a:xfrm>
            <a:off x="1541721" y="0"/>
            <a:ext cx="97287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Linear machine learning model (Features: </a:t>
            </a:r>
            <a:r>
              <a:rPr lang="en-GB" dirty="0" err="1"/>
              <a:t>Vpeak</a:t>
            </a:r>
            <a:r>
              <a:rPr lang="en-GB" dirty="0"/>
              <a:t>, </a:t>
            </a:r>
            <a:r>
              <a:rPr lang="en-GB" dirty="0" err="1"/>
              <a:t>Ppeak</a:t>
            </a:r>
            <a:r>
              <a:rPr lang="en-GB" dirty="0"/>
              <a:t>, Energy, Resistance, </a:t>
            </a:r>
            <a:r>
              <a:rPr lang="en-GB" dirty="0" err="1"/>
              <a:t>Vfinal</a:t>
            </a:r>
            <a:r>
              <a:rPr lang="en-GB" dirty="0"/>
              <a:t>, </a:t>
            </a:r>
            <a:r>
              <a:rPr lang="en-GB" dirty="0" err="1"/>
              <a:t>Pfinal</a:t>
            </a:r>
            <a:r>
              <a:rPr lang="en-GB" dirty="0"/>
              <a:t>)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2D4C6A-9D1E-5CBB-875A-6F32FB9C0B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8842" y="493619"/>
            <a:ext cx="6371304" cy="310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8906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519F5-CC26-B68C-E719-69E6517DF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5BB80284-1F96-86C9-23F9-F90B793B5B34}"/>
              </a:ext>
            </a:extLst>
          </p:cNvPr>
          <p:cNvSpPr txBox="1"/>
          <p:nvPr/>
        </p:nvSpPr>
        <p:spPr>
          <a:xfrm>
            <a:off x="1541721" y="0"/>
            <a:ext cx="97287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Non-Linear machine learning model (Features: </a:t>
            </a:r>
            <a:r>
              <a:rPr lang="en-GB" dirty="0" err="1"/>
              <a:t>Vpeak</a:t>
            </a:r>
            <a:r>
              <a:rPr lang="en-GB" dirty="0"/>
              <a:t>, </a:t>
            </a:r>
            <a:r>
              <a:rPr lang="en-GB" dirty="0" err="1"/>
              <a:t>Ppeak</a:t>
            </a:r>
            <a:r>
              <a:rPr lang="en-GB" dirty="0"/>
              <a:t>, Energy, Resistance, </a:t>
            </a:r>
            <a:r>
              <a:rPr lang="en-GB" dirty="0" err="1"/>
              <a:t>Vfinal</a:t>
            </a:r>
            <a:r>
              <a:rPr lang="en-GB" dirty="0"/>
              <a:t>, </a:t>
            </a:r>
            <a:r>
              <a:rPr lang="en-GB" dirty="0" err="1"/>
              <a:t>Pfinal</a:t>
            </a:r>
            <a:r>
              <a:rPr lang="en-GB" dirty="0"/>
              <a:t>)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7E98C8-D749-38BF-425D-BDC5500691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80981"/>
            <a:ext cx="6181061" cy="310896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3BE366B-894B-035D-FE79-FB2694CDD0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61" y="323165"/>
            <a:ext cx="6096000" cy="31089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3EA8629-8FC4-F2B7-1F82-4E76507A0E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8534" y="397593"/>
            <a:ext cx="6461051" cy="31089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10E034E-70E4-D426-62F9-2E3AD90D54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8534" y="3580981"/>
            <a:ext cx="6461051" cy="310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752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DD87A-6D95-B8E3-C23E-BB4BB801E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C3FC4A9-A32C-F591-94B1-90B4BE806E96}"/>
              </a:ext>
            </a:extLst>
          </p:cNvPr>
          <p:cNvSpPr txBox="1"/>
          <p:nvPr/>
        </p:nvSpPr>
        <p:spPr>
          <a:xfrm>
            <a:off x="3413051" y="83664"/>
            <a:ext cx="97287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Linear regression (Features: </a:t>
            </a:r>
            <a:r>
              <a:rPr lang="en-GB" dirty="0"/>
              <a:t>Energy)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7CDAF2A-33B6-A9D0-3048-0BBFB9DE47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4233" y="525018"/>
            <a:ext cx="6237767" cy="31089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F51C5AE-85CA-B66E-AA7E-8EB93D6634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06829"/>
            <a:ext cx="5720316" cy="31089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D90F873-A0BE-5E41-B6F3-A36AB3ED5E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411" y="3515789"/>
            <a:ext cx="6411826" cy="310896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34787B0-8441-B76E-1D39-05D8DF97EA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665376"/>
            <a:ext cx="5720316" cy="310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145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0EA97-5BDF-BB34-60B2-3AE755AFE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0A4AB876-CBE2-D470-6E0C-D88C59D9D1B8}"/>
              </a:ext>
            </a:extLst>
          </p:cNvPr>
          <p:cNvSpPr txBox="1"/>
          <p:nvPr/>
        </p:nvSpPr>
        <p:spPr>
          <a:xfrm>
            <a:off x="3413051" y="83664"/>
            <a:ext cx="97287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Linear regression (Features: </a:t>
            </a:r>
            <a:r>
              <a:rPr lang="en-GB" dirty="0" err="1"/>
              <a:t>Vpeak</a:t>
            </a:r>
            <a:r>
              <a:rPr lang="en-GB" dirty="0"/>
              <a:t>)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BD1A69-BF2B-F0DD-8179-EB165B01E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3320"/>
            <a:ext cx="7176977" cy="31089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8245233-F93B-E233-EACA-27F93747AB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84944"/>
            <a:ext cx="7283302" cy="31089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8C1058E-A977-0992-0C18-8F715DEEF7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6855" y="525018"/>
            <a:ext cx="5582093" cy="310896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5DF4693-4A0A-2149-1595-9418B28986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6855" y="3429000"/>
            <a:ext cx="5582093" cy="310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2441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52</Words>
  <Application>Microsoft Macintosh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Hemma Philamore</dc:creator>
  <cp:lastModifiedBy>Hemma Philamore</cp:lastModifiedBy>
  <cp:revision>1</cp:revision>
  <dcterms:created xsi:type="dcterms:W3CDTF">2026-08-28T21:01:30Z</dcterms:created>
  <dcterms:modified xsi:type="dcterms:W3CDTF">2026-08-28T21:37:58Z</dcterms:modified>
</cp:coreProperties>
</file>